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Lst>
  <p:sldSz cx="10080625" cy="567055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ights">
    <p:spTree>
      <p:nvGrpSpPr>
        <p:cNvPr id="1" name=""/>
        <p:cNvGrpSpPr/>
        <p:nvPr/>
      </p:nvGrpSpPr>
      <p:grpSpPr>
        <a:xfrm>
          <a:off x="0" y="0"/>
          <a:ext cx="0" cy="0"/>
          <a:chOff x="0" y="0"/>
          <a:chExt cx="0" cy="0"/>
        </a:xfrm>
      </p:grpSpPr>
      <p:sp>
        <p:nvSpPr>
          <p:cNvPr id="2" name=""/>
          <p:cNvSpPr/>
          <p:nvPr/>
        </p:nvSpPr>
        <p:spPr>
          <a:xfrm>
            <a:off x="0" y="0"/>
            <a:ext cx="10080000" cy="567000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3" name="PlaceHolder 1"/>
          <p:cNvSpPr>
            <a:spLocks noGrp="1"/>
          </p:cNvSpPr>
          <p:nvPr>
            <p:ph type="title"/>
          </p:nvPr>
        </p:nvSpPr>
        <p:spPr>
          <a:xfrm>
            <a:off x="540000" y="1440000"/>
            <a:ext cx="9000000" cy="990000"/>
          </a:xfrm>
          <a:prstGeom prst="rect">
            <a:avLst/>
          </a:prstGeom>
          <a:noFill/>
          <a:ln w="0">
            <a:noFill/>
          </a:ln>
        </p:spPr>
        <p:txBody>
          <a:bodyPr lIns="0" rIns="0" tIns="0" bIns="0" anchor="ctr">
            <a:noAutofit/>
          </a:bodyPr>
          <a:p>
            <a:pPr indent="0">
              <a:buNone/>
            </a:pPr>
            <a:r>
              <a:rPr lang="en-US" sz="3300" b="0" u="none" strike="noStrike">
                <a:solidFill>
                  <a:srgbClr val="ffffff"/>
                </a:solidFill>
                <a:effectLst/>
                <a:uFillTx/>
                <a:latin typeface="Arial"/>
              </a:rPr>
              <a:t>Click to edit the title text format</a:t>
            </a:r>
            <a:endParaRPr lang="en-US" sz="3300" b="0" u="none" strike="noStrike">
              <a:solidFill>
                <a:srgbClr val="ffffff"/>
              </a:solidFill>
              <a:effectLst/>
              <a:uFillTx/>
              <a:latin typeface="Arial"/>
            </a:endParaRPr>
          </a:p>
        </p:txBody>
      </p:sp>
      <p:sp>
        <p:nvSpPr>
          <p:cNvPr id="4" name="PlaceHolder 2"/>
          <p:cNvSpPr>
            <a:spLocks noGrp="1"/>
          </p:cNvSpPr>
          <p:nvPr>
            <p:ph type="body"/>
          </p:nvPr>
        </p:nvSpPr>
        <p:spPr>
          <a:xfrm>
            <a:off x="540000" y="2610000"/>
            <a:ext cx="9000000" cy="2160000"/>
          </a:xfrm>
          <a:prstGeom prst="rect">
            <a:avLst/>
          </a:prstGeom>
          <a:noFill/>
          <a:ln w="0">
            <a:noFill/>
          </a:ln>
        </p:spPr>
        <p:txBody>
          <a:bodyPr lIns="0" rIns="0" tIns="0" bIns="0" anchor="t">
            <a:normAutofit lnSpcReduction="9999"/>
          </a:bodyPr>
          <a:p>
            <a:pPr marL="432000" indent="-324000">
              <a:spcAft>
                <a:spcPts val="1057"/>
              </a:spcAft>
              <a:buClr>
                <a:srgbClr val="ffffff"/>
              </a:buClr>
              <a:buSzPct val="45000"/>
              <a:buFont typeface="Wingdings" charset="2"/>
              <a:buChar char=""/>
            </a:pPr>
            <a:r>
              <a:rPr lang="en-US" sz="2400" b="0" u="none" strike="noStrike">
                <a:solidFill>
                  <a:srgbClr val="ffffff"/>
                </a:solidFill>
                <a:effectLst/>
                <a:uFillTx/>
                <a:latin typeface="Arial"/>
              </a:rPr>
              <a:t>Click to edit the outline text format</a:t>
            </a:r>
            <a:endParaRPr lang="en-US" sz="2400" b="0" u="none" strike="noStrike">
              <a:solidFill>
                <a:srgbClr val="ffffff"/>
              </a:solidFill>
              <a:effectLst/>
              <a:uFillTx/>
              <a:latin typeface="Arial"/>
            </a:endParaRPr>
          </a:p>
          <a:p>
            <a:pPr marL="864000" lvl="1" indent="-324000">
              <a:spcAft>
                <a:spcPts val="845"/>
              </a:spcAft>
              <a:buClr>
                <a:srgbClr val="ffffff"/>
              </a:buClr>
              <a:buSzPct val="75000"/>
              <a:buFont typeface="Symbol" charset="2"/>
              <a:buChar char=""/>
            </a:pPr>
            <a:r>
              <a:rPr lang="en-US" sz="2100" b="0" u="none" strike="noStrike">
                <a:solidFill>
                  <a:srgbClr val="ffffff"/>
                </a:solidFill>
                <a:effectLst/>
                <a:uFillTx/>
                <a:latin typeface="Arial"/>
              </a:rPr>
              <a:t>Second Outline Level</a:t>
            </a:r>
            <a:endParaRPr lang="en-US" sz="2100" b="0" u="none" strike="noStrike">
              <a:solidFill>
                <a:srgbClr val="ffffff"/>
              </a:solidFill>
              <a:effectLst/>
              <a:uFillTx/>
              <a:latin typeface="Arial"/>
            </a:endParaRPr>
          </a:p>
          <a:p>
            <a:pPr marL="1296000" lvl="2" indent="-288000">
              <a:spcAft>
                <a:spcPts val="632"/>
              </a:spcAft>
              <a:buClr>
                <a:srgbClr val="ffffff"/>
              </a:buClr>
              <a:buSzPct val="45000"/>
              <a:buFont typeface="Wingdings" charset="2"/>
              <a:buChar char=""/>
            </a:pPr>
            <a:r>
              <a:rPr lang="en-US" sz="1800" b="0" u="none" strike="noStrike">
                <a:solidFill>
                  <a:srgbClr val="ffffff"/>
                </a:solidFill>
                <a:effectLst/>
                <a:uFillTx/>
                <a:latin typeface="Arial"/>
              </a:rPr>
              <a:t>Third Outline Level</a:t>
            </a:r>
            <a:endParaRPr lang="en-US" sz="1800" b="0" u="none" strike="noStrike">
              <a:solidFill>
                <a:srgbClr val="ffffff"/>
              </a:solidFill>
              <a:effectLst/>
              <a:uFillTx/>
              <a:latin typeface="Arial"/>
            </a:endParaRPr>
          </a:p>
          <a:p>
            <a:pPr marL="1728000" lvl="3" indent="-216000">
              <a:spcAft>
                <a:spcPts val="425"/>
              </a:spcAft>
              <a:buClr>
                <a:srgbClr val="ffffff"/>
              </a:buClr>
              <a:buSzPct val="75000"/>
              <a:buFont typeface="Symbol" charset="2"/>
              <a:buChar char=""/>
            </a:pPr>
            <a:r>
              <a:rPr lang="en-US" sz="1500" b="0" u="none" strike="noStrike">
                <a:solidFill>
                  <a:srgbClr val="ffffff"/>
                </a:solidFill>
                <a:effectLst/>
                <a:uFillTx/>
                <a:latin typeface="Arial"/>
              </a:rPr>
              <a:t>Fourth Outline Level</a:t>
            </a:r>
            <a:endParaRPr lang="en-US" sz="1500" b="0" u="none" strike="noStrike">
              <a:solidFill>
                <a:srgbClr val="ffffff"/>
              </a:solidFill>
              <a:effectLst/>
              <a:uFillTx/>
              <a:latin typeface="Arial"/>
            </a:endParaRPr>
          </a:p>
          <a:p>
            <a:pPr marL="2160000" lvl="4" indent="-216000">
              <a:spcAft>
                <a:spcPts val="213"/>
              </a:spcAft>
              <a:buClr>
                <a:srgbClr val="ffffff"/>
              </a:buClr>
              <a:buSzPct val="45000"/>
              <a:buFont typeface="Wingdings" charset="2"/>
              <a:buChar char=""/>
            </a:pPr>
            <a:r>
              <a:rPr lang="en-US" sz="1500" b="0" u="none" strike="noStrike">
                <a:solidFill>
                  <a:srgbClr val="ffffff"/>
                </a:solidFill>
                <a:effectLst/>
                <a:uFillTx/>
                <a:latin typeface="Arial"/>
              </a:rPr>
              <a:t>Fifth Outline Level</a:t>
            </a:r>
            <a:endParaRPr lang="en-US" sz="1500" b="0" u="none" strike="noStrike">
              <a:solidFill>
                <a:srgbClr val="ffffff"/>
              </a:solidFill>
              <a:effectLst/>
              <a:uFillTx/>
              <a:latin typeface="Arial"/>
            </a:endParaRPr>
          </a:p>
          <a:p>
            <a:pPr marL="2592000" lvl="5" indent="-216000">
              <a:spcAft>
                <a:spcPts val="213"/>
              </a:spcAft>
              <a:buClr>
                <a:srgbClr val="ffffff"/>
              </a:buClr>
              <a:buSzPct val="45000"/>
              <a:buFont typeface="Wingdings" charset="2"/>
              <a:buChar char=""/>
            </a:pPr>
            <a:r>
              <a:rPr lang="en-US" sz="1500" b="0" u="none" strike="noStrike">
                <a:solidFill>
                  <a:srgbClr val="ffffff"/>
                </a:solidFill>
                <a:effectLst/>
                <a:uFillTx/>
                <a:latin typeface="Arial"/>
              </a:rPr>
              <a:t>Sixth Outline Level</a:t>
            </a:r>
            <a:endParaRPr lang="en-US" sz="1500" b="0" u="none" strike="noStrike">
              <a:solidFill>
                <a:srgbClr val="ffffff"/>
              </a:solidFill>
              <a:effectLst/>
              <a:uFillTx/>
              <a:latin typeface="Arial"/>
            </a:endParaRPr>
          </a:p>
          <a:p>
            <a:pPr marL="3024000" lvl="6" indent="-216000">
              <a:spcAft>
                <a:spcPts val="213"/>
              </a:spcAft>
              <a:buClr>
                <a:srgbClr val="ffffff"/>
              </a:buClr>
              <a:buSzPct val="45000"/>
              <a:buFont typeface="Wingdings" charset="2"/>
              <a:buChar char=""/>
            </a:pPr>
            <a:r>
              <a:rPr lang="en-US" sz="1500" b="0" u="none" strike="noStrike">
                <a:solidFill>
                  <a:srgbClr val="ffffff"/>
                </a:solidFill>
                <a:effectLst/>
                <a:uFillTx/>
                <a:latin typeface="Arial"/>
              </a:rPr>
              <a:t>Seventh Outline Level</a:t>
            </a:r>
            <a:endParaRPr lang="en-US" sz="1500" b="0" u="none" strike="noStrike">
              <a:solidFill>
                <a:srgbClr val="ffffff"/>
              </a:solidFill>
              <a:effectLst/>
              <a:uFillTx/>
              <a:latin typeface="Arial"/>
            </a:endParaRPr>
          </a:p>
        </p:txBody>
      </p:sp>
      <p:sp>
        <p:nvSpPr>
          <p:cNvPr id="5" name="PlaceHolder 3"/>
          <p:cNvSpPr>
            <a:spLocks noGrp="1"/>
          </p:cNvSpPr>
          <p:nvPr>
            <p:ph type="dt" idx="1"/>
          </p:nvPr>
        </p:nvSpPr>
        <p:spPr>
          <a:xfrm>
            <a:off x="180000" y="5130000"/>
            <a:ext cx="2340000" cy="392400"/>
          </a:xfrm>
          <a:prstGeom prst="rect">
            <a:avLst/>
          </a:prstGeom>
          <a:noFill/>
          <a:ln w="0">
            <a:noFill/>
          </a:ln>
        </p:spPr>
        <p:txBody>
          <a:bodyPr lIns="0" rIns="0" tIns="0" bIns="0" anchor="b">
            <a:spAutoFit/>
          </a:bodyPr>
          <a:lstStyle>
            <a:lvl1pPr indent="0">
              <a:buNone/>
              <a:defRPr lang="en-US" sz="1400" b="0" u="none" strike="noStrike">
                <a:solidFill>
                  <a:srgbClr val="ffffff"/>
                </a:solidFill>
                <a:effectLst/>
                <a:uFillTx/>
                <a:latin typeface="Arial"/>
              </a:defRPr>
            </a:lvl1pPr>
          </a:lstStyle>
          <a:p>
            <a:pPr indent="0">
              <a:buNone/>
            </a:pPr>
            <a:r>
              <a:rPr lang="en-US" sz="1400" b="0" u="none" strike="noStrike">
                <a:solidFill>
                  <a:srgbClr val="ffffff"/>
                </a:solidFill>
                <a:effectLst/>
                <a:uFillTx/>
                <a:latin typeface="Arial"/>
              </a:rPr>
              <a:t>&lt;date/time&gt;</a:t>
            </a:r>
            <a:endParaRPr lang="en-US" sz="1400" b="0" u="none" strike="noStrike">
              <a:solidFill>
                <a:srgbClr val="ffffff"/>
              </a:solidFill>
              <a:effectLst/>
              <a:uFillTx/>
              <a:latin typeface="Arial"/>
            </a:endParaRPr>
          </a:p>
        </p:txBody>
      </p:sp>
      <p:sp>
        <p:nvSpPr>
          <p:cNvPr id="6" name="PlaceHolder 4"/>
          <p:cNvSpPr>
            <a:spLocks noGrp="1"/>
          </p:cNvSpPr>
          <p:nvPr>
            <p:ph type="ftr" idx="2"/>
          </p:nvPr>
        </p:nvSpPr>
        <p:spPr>
          <a:xfrm>
            <a:off x="3420000" y="5130000"/>
            <a:ext cx="3240000" cy="392400"/>
          </a:xfrm>
          <a:prstGeom prst="rect">
            <a:avLst/>
          </a:prstGeom>
          <a:noFill/>
          <a:ln w="0">
            <a:noFill/>
          </a:ln>
        </p:spPr>
        <p:txBody>
          <a:bodyPr lIns="0" rIns="0" tIns="0" bIns="0" anchor="b">
            <a:spAutoFit/>
          </a:bodyPr>
          <a:lstStyle>
            <a:lvl1pPr indent="0" algn="ctr">
              <a:buNone/>
              <a:defRPr lang="en-US" sz="1400" b="0" u="none" strike="noStrike">
                <a:solidFill>
                  <a:srgbClr val="ffffff"/>
                </a:solidFill>
                <a:effectLst/>
                <a:uFillTx/>
                <a:latin typeface="Arial"/>
              </a:defRPr>
            </a:lvl1pPr>
          </a:lstStyle>
          <a:p>
            <a:pPr indent="0" algn="ctr">
              <a:buNone/>
            </a:pPr>
            <a:r>
              <a:rPr lang="en-US" sz="1400" b="0" u="none" strike="noStrike">
                <a:solidFill>
                  <a:srgbClr val="ffffff"/>
                </a:solidFill>
                <a:effectLst/>
                <a:uFillTx/>
                <a:latin typeface="Arial"/>
              </a:rPr>
              <a:t>&lt;footer&gt;</a:t>
            </a:r>
            <a:endParaRPr lang="en-US" sz="1400" b="0" u="none" strike="noStrike">
              <a:solidFill>
                <a:srgbClr val="ffffff"/>
              </a:solidFill>
              <a:effectLst/>
              <a:uFillTx/>
              <a:latin typeface="Arial"/>
            </a:endParaRPr>
          </a:p>
        </p:txBody>
      </p:sp>
      <p:sp>
        <p:nvSpPr>
          <p:cNvPr id="7" name="PlaceHolder 5"/>
          <p:cNvSpPr>
            <a:spLocks noGrp="1"/>
          </p:cNvSpPr>
          <p:nvPr>
            <p:ph type="sldNum" idx="3"/>
          </p:nvPr>
        </p:nvSpPr>
        <p:spPr>
          <a:xfrm>
            <a:off x="7560000" y="5130000"/>
            <a:ext cx="2340000" cy="392400"/>
          </a:xfrm>
          <a:prstGeom prst="rect">
            <a:avLst/>
          </a:prstGeom>
          <a:noFill/>
          <a:ln w="0">
            <a:noFill/>
          </a:ln>
        </p:spPr>
        <p:txBody>
          <a:bodyPr lIns="0" rIns="0" tIns="0" bIns="0" anchor="b">
            <a:spAutoFit/>
          </a:bodyPr>
          <a:lstStyle>
            <a:lvl1pPr indent="0" algn="r">
              <a:buNone/>
              <a:defRPr lang="en-US" sz="1400" b="0" u="none" strike="noStrike">
                <a:solidFill>
                  <a:srgbClr val="ffffff"/>
                </a:solidFill>
                <a:effectLst/>
                <a:uFillTx/>
                <a:latin typeface="Arial"/>
              </a:defRPr>
            </a:lvl1pPr>
          </a:lstStyle>
          <a:p>
            <a:pPr indent="0" algn="r">
              <a:buNone/>
            </a:pPr>
            <a:fld id="{BB7BE884-941E-4F4A-B206-9150889DAB14}" type="slidenum">
              <a:rPr lang="en-US" sz="1400" b="0" u="none" strike="noStrike">
                <a:solidFill>
                  <a:srgbClr val="ffffff"/>
                </a:solidFill>
                <a:effectLst/>
                <a:uFillTx/>
                <a:latin typeface="Arial"/>
              </a:rPr>
              <a:t>&lt;number&gt;</a:t>
            </a:fld>
            <a:endParaRPr lang="en-US" sz="1400" b="0" u="none" strike="noStrike">
              <a:solidFill>
                <a:srgbClr val="ffffff"/>
              </a:solidFill>
              <a:effectLst/>
              <a:uFillTx/>
              <a:latin typeface="Arial"/>
            </a:endParaRPr>
          </a:p>
        </p:txBody>
      </p:sp>
      <p:sp>
        <p:nvSpPr>
          <p:cNvPr id="8" name=""/>
          <p:cNvSpPr/>
          <p:nvPr/>
        </p:nvSpPr>
        <p:spPr>
          <a:xfrm>
            <a:off x="1440000" y="108000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9" name=""/>
          <p:cNvSpPr/>
          <p:nvPr/>
        </p:nvSpPr>
        <p:spPr>
          <a:xfrm>
            <a:off x="7380000" y="396000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10" name=""/>
          <p:cNvSpPr/>
          <p:nvPr/>
        </p:nvSpPr>
        <p:spPr>
          <a:xfrm>
            <a:off x="9000000" y="2700000"/>
            <a:ext cx="1260000" cy="1080000"/>
          </a:xfrm>
          <a:prstGeom prst="ellipse">
            <a:avLst/>
          </a:prstGeom>
          <a:solidFill>
            <a:srgbClr val="ffffff">
              <a:alpha val="2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11" name=""/>
          <p:cNvSpPr/>
          <p:nvPr/>
        </p:nvSpPr>
        <p:spPr>
          <a:xfrm>
            <a:off x="-180000" y="2430000"/>
            <a:ext cx="1440000" cy="1350000"/>
          </a:xfrm>
          <a:prstGeom prst="ellipse">
            <a:avLst/>
          </a:prstGeom>
          <a:solidFill>
            <a:srgbClr val="ffffff">
              <a:alpha val="2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12" name=""/>
          <p:cNvSpPr/>
          <p:nvPr/>
        </p:nvSpPr>
        <p:spPr>
          <a:xfrm>
            <a:off x="540000" y="1080000"/>
            <a:ext cx="720000" cy="720000"/>
          </a:xfrm>
          <a:prstGeom prst="ellipse">
            <a:avLst/>
          </a:prstGeom>
          <a:solidFill>
            <a:srgbClr val="ffffff">
              <a:alpha val="2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13" name=""/>
          <p:cNvSpPr/>
          <p:nvPr/>
        </p:nvSpPr>
        <p:spPr>
          <a:xfrm>
            <a:off x="0" y="1260000"/>
            <a:ext cx="720000" cy="720000"/>
          </a:xfrm>
          <a:prstGeom prst="ellipse">
            <a:avLst/>
          </a:prstGeom>
          <a:solidFill>
            <a:srgbClr val="ffffff">
              <a:alpha val="1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14" name=""/>
          <p:cNvSpPr/>
          <p:nvPr/>
        </p:nvSpPr>
        <p:spPr>
          <a:xfrm>
            <a:off x="0" y="5220000"/>
            <a:ext cx="1620000" cy="1260000"/>
          </a:xfrm>
          <a:prstGeom prst="ellipse">
            <a:avLst/>
          </a:prstGeom>
          <a:solidFill>
            <a:srgbClr val="ffffff">
              <a:alpha val="15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15" name=""/>
          <p:cNvSpPr/>
          <p:nvPr/>
        </p:nvSpPr>
        <p:spPr>
          <a:xfrm>
            <a:off x="9720000" y="4680000"/>
            <a:ext cx="720000" cy="720000"/>
          </a:xfrm>
          <a:prstGeom prst="ellipse">
            <a:avLst/>
          </a:prstGeom>
          <a:solidFill>
            <a:srgbClr val="ffffff">
              <a:alpha val="3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16" name=""/>
          <p:cNvSpPr/>
          <p:nvPr/>
        </p:nvSpPr>
        <p:spPr>
          <a:xfrm>
            <a:off x="9540000" y="3420000"/>
            <a:ext cx="720000" cy="720000"/>
          </a:xfrm>
          <a:prstGeom prst="ellipse">
            <a:avLst/>
          </a:prstGeom>
          <a:solidFill>
            <a:srgbClr val="ffffff">
              <a:alpha val="1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17" name=""/>
          <p:cNvSpPr/>
          <p:nvPr/>
        </p:nvSpPr>
        <p:spPr>
          <a:xfrm>
            <a:off x="8100000" y="4680000"/>
            <a:ext cx="1080000" cy="842400"/>
          </a:xfrm>
          <a:prstGeom prst="ellipse">
            <a:avLst/>
          </a:prstGeom>
          <a:solidFill>
            <a:srgbClr val="ffffff">
              <a:alpha val="2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18" name=""/>
          <p:cNvSpPr/>
          <p:nvPr/>
        </p:nvSpPr>
        <p:spPr>
          <a:xfrm>
            <a:off x="7920000" y="5400000"/>
            <a:ext cx="900000" cy="900000"/>
          </a:xfrm>
          <a:prstGeom prst="ellipse">
            <a:avLst/>
          </a:prstGeom>
          <a:solidFill>
            <a:srgbClr val="ffffff">
              <a:alpha val="25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Lights">
    <p:spTree>
      <p:nvGrpSpPr>
        <p:cNvPr id="1" name=""/>
        <p:cNvGrpSpPr/>
        <p:nvPr/>
      </p:nvGrpSpPr>
      <p:grpSpPr>
        <a:xfrm>
          <a:off x="0" y="0"/>
          <a:ext cx="0" cy="0"/>
          <a:chOff x="0" y="0"/>
          <a:chExt cx="0" cy="0"/>
        </a:xfrm>
      </p:grpSpPr>
      <p:sp>
        <p:nvSpPr>
          <p:cNvPr id="2" name=""/>
          <p:cNvSpPr/>
          <p:nvPr/>
        </p:nvSpPr>
        <p:spPr>
          <a:xfrm>
            <a:off x="0" y="0"/>
            <a:ext cx="10080000" cy="567000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19" name="PlaceHolder 1"/>
          <p:cNvSpPr>
            <a:spLocks noGrp="1"/>
          </p:cNvSpPr>
          <p:nvPr>
            <p:ph type="title"/>
          </p:nvPr>
        </p:nvSpPr>
        <p:spPr>
          <a:xfrm>
            <a:off x="540000" y="1440000"/>
            <a:ext cx="9000000" cy="990000"/>
          </a:xfrm>
          <a:prstGeom prst="rect">
            <a:avLst/>
          </a:prstGeom>
          <a:noFill/>
          <a:ln w="0">
            <a:noFill/>
          </a:ln>
        </p:spPr>
        <p:txBody>
          <a:bodyPr lIns="0" rIns="0" tIns="0" bIns="0" anchor="ctr">
            <a:noAutofit/>
          </a:bodyPr>
          <a:p>
            <a:pPr indent="0">
              <a:buNone/>
            </a:pPr>
            <a:r>
              <a:rPr lang="en-US" sz="3300" b="0" u="none" strike="noStrike">
                <a:solidFill>
                  <a:srgbClr val="ffffff"/>
                </a:solidFill>
                <a:effectLst/>
                <a:uFillTx/>
                <a:latin typeface="Arial"/>
              </a:rPr>
              <a:t>Click to edit the title text format</a:t>
            </a:r>
            <a:endParaRPr lang="en-US" sz="3300" b="0" u="none" strike="noStrike">
              <a:solidFill>
                <a:srgbClr val="ffffff"/>
              </a:solidFill>
              <a:effectLst/>
              <a:uFillTx/>
              <a:latin typeface="Arial"/>
            </a:endParaRPr>
          </a:p>
        </p:txBody>
      </p:sp>
      <p:sp>
        <p:nvSpPr>
          <p:cNvPr id="20" name="PlaceHolder 2"/>
          <p:cNvSpPr>
            <a:spLocks noGrp="1"/>
          </p:cNvSpPr>
          <p:nvPr>
            <p:ph type="body"/>
          </p:nvPr>
        </p:nvSpPr>
        <p:spPr>
          <a:xfrm>
            <a:off x="540000" y="2610000"/>
            <a:ext cx="9000000" cy="2160000"/>
          </a:xfrm>
          <a:prstGeom prst="rect">
            <a:avLst/>
          </a:prstGeom>
          <a:noFill/>
          <a:ln w="0">
            <a:noFill/>
          </a:ln>
        </p:spPr>
        <p:txBody>
          <a:bodyPr lIns="0" rIns="0" tIns="0" bIns="0" anchor="t">
            <a:normAutofit lnSpcReduction="9999"/>
          </a:bodyPr>
          <a:p>
            <a:pPr marL="432000" indent="-324000">
              <a:spcAft>
                <a:spcPts val="1057"/>
              </a:spcAft>
              <a:buClr>
                <a:srgbClr val="ffffff"/>
              </a:buClr>
              <a:buSzPct val="45000"/>
              <a:buFont typeface="Wingdings" charset="2"/>
              <a:buChar char=""/>
            </a:pPr>
            <a:r>
              <a:rPr lang="en-US" sz="2400" b="0" u="none" strike="noStrike">
                <a:solidFill>
                  <a:srgbClr val="ffffff"/>
                </a:solidFill>
                <a:effectLst/>
                <a:uFillTx/>
                <a:latin typeface="Arial"/>
              </a:rPr>
              <a:t>Click to edit the outline text format</a:t>
            </a:r>
            <a:endParaRPr lang="en-US" sz="2400" b="0" u="none" strike="noStrike">
              <a:solidFill>
                <a:srgbClr val="ffffff"/>
              </a:solidFill>
              <a:effectLst/>
              <a:uFillTx/>
              <a:latin typeface="Arial"/>
            </a:endParaRPr>
          </a:p>
          <a:p>
            <a:pPr marL="864000" lvl="1" indent="-324000">
              <a:spcAft>
                <a:spcPts val="845"/>
              </a:spcAft>
              <a:buClr>
                <a:srgbClr val="ffffff"/>
              </a:buClr>
              <a:buSzPct val="75000"/>
              <a:buFont typeface="Symbol" charset="2"/>
              <a:buChar char=""/>
            </a:pPr>
            <a:r>
              <a:rPr lang="en-US" sz="2100" b="0" u="none" strike="noStrike">
                <a:solidFill>
                  <a:srgbClr val="ffffff"/>
                </a:solidFill>
                <a:effectLst/>
                <a:uFillTx/>
                <a:latin typeface="Arial"/>
              </a:rPr>
              <a:t>Second Outline Level</a:t>
            </a:r>
            <a:endParaRPr lang="en-US" sz="2100" b="0" u="none" strike="noStrike">
              <a:solidFill>
                <a:srgbClr val="ffffff"/>
              </a:solidFill>
              <a:effectLst/>
              <a:uFillTx/>
              <a:latin typeface="Arial"/>
            </a:endParaRPr>
          </a:p>
          <a:p>
            <a:pPr marL="1296000" lvl="2" indent="-288000">
              <a:spcAft>
                <a:spcPts val="632"/>
              </a:spcAft>
              <a:buClr>
                <a:srgbClr val="ffffff"/>
              </a:buClr>
              <a:buSzPct val="45000"/>
              <a:buFont typeface="Wingdings" charset="2"/>
              <a:buChar char=""/>
            </a:pPr>
            <a:r>
              <a:rPr lang="en-US" sz="1800" b="0" u="none" strike="noStrike">
                <a:solidFill>
                  <a:srgbClr val="ffffff"/>
                </a:solidFill>
                <a:effectLst/>
                <a:uFillTx/>
                <a:latin typeface="Arial"/>
              </a:rPr>
              <a:t>Third Outline Level</a:t>
            </a:r>
            <a:endParaRPr lang="en-US" sz="1800" b="0" u="none" strike="noStrike">
              <a:solidFill>
                <a:srgbClr val="ffffff"/>
              </a:solidFill>
              <a:effectLst/>
              <a:uFillTx/>
              <a:latin typeface="Arial"/>
            </a:endParaRPr>
          </a:p>
          <a:p>
            <a:pPr marL="1728000" lvl="3" indent="-216000">
              <a:spcAft>
                <a:spcPts val="425"/>
              </a:spcAft>
              <a:buClr>
                <a:srgbClr val="ffffff"/>
              </a:buClr>
              <a:buSzPct val="75000"/>
              <a:buFont typeface="Symbol" charset="2"/>
              <a:buChar char=""/>
            </a:pPr>
            <a:r>
              <a:rPr lang="en-US" sz="1500" b="0" u="none" strike="noStrike">
                <a:solidFill>
                  <a:srgbClr val="ffffff"/>
                </a:solidFill>
                <a:effectLst/>
                <a:uFillTx/>
                <a:latin typeface="Arial"/>
              </a:rPr>
              <a:t>Fourth Outline Level</a:t>
            </a:r>
            <a:endParaRPr lang="en-US" sz="1500" b="0" u="none" strike="noStrike">
              <a:solidFill>
                <a:srgbClr val="ffffff"/>
              </a:solidFill>
              <a:effectLst/>
              <a:uFillTx/>
              <a:latin typeface="Arial"/>
            </a:endParaRPr>
          </a:p>
          <a:p>
            <a:pPr marL="2160000" lvl="4" indent="-216000">
              <a:spcAft>
                <a:spcPts val="213"/>
              </a:spcAft>
              <a:buClr>
                <a:srgbClr val="ffffff"/>
              </a:buClr>
              <a:buSzPct val="45000"/>
              <a:buFont typeface="Wingdings" charset="2"/>
              <a:buChar char=""/>
            </a:pPr>
            <a:r>
              <a:rPr lang="en-US" sz="1500" b="0" u="none" strike="noStrike">
                <a:solidFill>
                  <a:srgbClr val="ffffff"/>
                </a:solidFill>
                <a:effectLst/>
                <a:uFillTx/>
                <a:latin typeface="Arial"/>
              </a:rPr>
              <a:t>Fifth Outline Level</a:t>
            </a:r>
            <a:endParaRPr lang="en-US" sz="1500" b="0" u="none" strike="noStrike">
              <a:solidFill>
                <a:srgbClr val="ffffff"/>
              </a:solidFill>
              <a:effectLst/>
              <a:uFillTx/>
              <a:latin typeface="Arial"/>
            </a:endParaRPr>
          </a:p>
          <a:p>
            <a:pPr marL="2592000" lvl="5" indent="-216000">
              <a:spcAft>
                <a:spcPts val="213"/>
              </a:spcAft>
              <a:buClr>
                <a:srgbClr val="ffffff"/>
              </a:buClr>
              <a:buSzPct val="45000"/>
              <a:buFont typeface="Wingdings" charset="2"/>
              <a:buChar char=""/>
            </a:pPr>
            <a:r>
              <a:rPr lang="en-US" sz="1500" b="0" u="none" strike="noStrike">
                <a:solidFill>
                  <a:srgbClr val="ffffff"/>
                </a:solidFill>
                <a:effectLst/>
                <a:uFillTx/>
                <a:latin typeface="Arial"/>
              </a:rPr>
              <a:t>Sixth Outline Level</a:t>
            </a:r>
            <a:endParaRPr lang="en-US" sz="1500" b="0" u="none" strike="noStrike">
              <a:solidFill>
                <a:srgbClr val="ffffff"/>
              </a:solidFill>
              <a:effectLst/>
              <a:uFillTx/>
              <a:latin typeface="Arial"/>
            </a:endParaRPr>
          </a:p>
          <a:p>
            <a:pPr marL="3024000" lvl="6" indent="-216000">
              <a:spcAft>
                <a:spcPts val="213"/>
              </a:spcAft>
              <a:buClr>
                <a:srgbClr val="ffffff"/>
              </a:buClr>
              <a:buSzPct val="45000"/>
              <a:buFont typeface="Wingdings" charset="2"/>
              <a:buChar char=""/>
            </a:pPr>
            <a:r>
              <a:rPr lang="en-US" sz="1500" b="0" u="none" strike="noStrike">
                <a:solidFill>
                  <a:srgbClr val="ffffff"/>
                </a:solidFill>
                <a:effectLst/>
                <a:uFillTx/>
                <a:latin typeface="Arial"/>
              </a:rPr>
              <a:t>Seventh Outline Level</a:t>
            </a:r>
            <a:endParaRPr lang="en-US" sz="1500" b="0" u="none" strike="noStrike">
              <a:solidFill>
                <a:srgbClr val="ffffff"/>
              </a:solidFill>
              <a:effectLst/>
              <a:uFillTx/>
              <a:latin typeface="Arial"/>
            </a:endParaRPr>
          </a:p>
        </p:txBody>
      </p:sp>
      <p:sp>
        <p:nvSpPr>
          <p:cNvPr id="21" name="PlaceHolder 3"/>
          <p:cNvSpPr>
            <a:spLocks noGrp="1"/>
          </p:cNvSpPr>
          <p:nvPr>
            <p:ph type="dt" idx="4"/>
          </p:nvPr>
        </p:nvSpPr>
        <p:spPr>
          <a:xfrm>
            <a:off x="180000" y="5130000"/>
            <a:ext cx="2340000" cy="392400"/>
          </a:xfrm>
          <a:prstGeom prst="rect">
            <a:avLst/>
          </a:prstGeom>
          <a:noFill/>
          <a:ln w="0">
            <a:noFill/>
          </a:ln>
        </p:spPr>
        <p:txBody>
          <a:bodyPr lIns="0" rIns="0" tIns="0" bIns="0" anchor="b">
            <a:spAutoFit/>
          </a:bodyPr>
          <a:lstStyle>
            <a:lvl1pPr indent="0">
              <a:buNone/>
              <a:defRPr lang="en-US" sz="1400" b="0" u="none" strike="noStrike">
                <a:solidFill>
                  <a:srgbClr val="ffffff"/>
                </a:solidFill>
                <a:effectLst/>
                <a:uFillTx/>
                <a:latin typeface="Arial"/>
              </a:defRPr>
            </a:lvl1pPr>
          </a:lstStyle>
          <a:p>
            <a:pPr indent="0">
              <a:buNone/>
            </a:pPr>
            <a:r>
              <a:rPr lang="en-US" sz="1400" b="0" u="none" strike="noStrike">
                <a:solidFill>
                  <a:srgbClr val="ffffff"/>
                </a:solidFill>
                <a:effectLst/>
                <a:uFillTx/>
                <a:latin typeface="Arial"/>
              </a:rPr>
              <a:t>&lt;date/time&gt;</a:t>
            </a:r>
            <a:endParaRPr lang="en-US" sz="1400" b="0" u="none" strike="noStrike">
              <a:solidFill>
                <a:srgbClr val="ffffff"/>
              </a:solidFill>
              <a:effectLst/>
              <a:uFillTx/>
              <a:latin typeface="Arial"/>
            </a:endParaRPr>
          </a:p>
        </p:txBody>
      </p:sp>
      <p:sp>
        <p:nvSpPr>
          <p:cNvPr id="22" name="PlaceHolder 4"/>
          <p:cNvSpPr>
            <a:spLocks noGrp="1"/>
          </p:cNvSpPr>
          <p:nvPr>
            <p:ph type="ftr" idx="5"/>
          </p:nvPr>
        </p:nvSpPr>
        <p:spPr>
          <a:xfrm>
            <a:off x="3420000" y="5130000"/>
            <a:ext cx="3240000" cy="392400"/>
          </a:xfrm>
          <a:prstGeom prst="rect">
            <a:avLst/>
          </a:prstGeom>
          <a:noFill/>
          <a:ln w="0">
            <a:noFill/>
          </a:ln>
        </p:spPr>
        <p:txBody>
          <a:bodyPr lIns="0" rIns="0" tIns="0" bIns="0" anchor="b">
            <a:spAutoFit/>
          </a:bodyPr>
          <a:lstStyle>
            <a:lvl1pPr indent="0" algn="ctr">
              <a:buNone/>
              <a:defRPr lang="en-US" sz="1400" b="0" u="none" strike="noStrike">
                <a:solidFill>
                  <a:srgbClr val="ffffff"/>
                </a:solidFill>
                <a:effectLst/>
                <a:uFillTx/>
                <a:latin typeface="Arial"/>
              </a:defRPr>
            </a:lvl1pPr>
          </a:lstStyle>
          <a:p>
            <a:pPr indent="0" algn="ctr">
              <a:buNone/>
            </a:pPr>
            <a:r>
              <a:rPr lang="en-US" sz="1400" b="0" u="none" strike="noStrike">
                <a:solidFill>
                  <a:srgbClr val="ffffff"/>
                </a:solidFill>
                <a:effectLst/>
                <a:uFillTx/>
                <a:latin typeface="Arial"/>
              </a:rPr>
              <a:t>&lt;footer&gt;</a:t>
            </a:r>
            <a:endParaRPr lang="en-US" sz="1400" b="0" u="none" strike="noStrike">
              <a:solidFill>
                <a:srgbClr val="ffffff"/>
              </a:solidFill>
              <a:effectLst/>
              <a:uFillTx/>
              <a:latin typeface="Arial"/>
            </a:endParaRPr>
          </a:p>
        </p:txBody>
      </p:sp>
      <p:sp>
        <p:nvSpPr>
          <p:cNvPr id="23" name="PlaceHolder 5"/>
          <p:cNvSpPr>
            <a:spLocks noGrp="1"/>
          </p:cNvSpPr>
          <p:nvPr>
            <p:ph type="sldNum" idx="6"/>
          </p:nvPr>
        </p:nvSpPr>
        <p:spPr>
          <a:xfrm>
            <a:off x="7560000" y="5130000"/>
            <a:ext cx="2340000" cy="392400"/>
          </a:xfrm>
          <a:prstGeom prst="rect">
            <a:avLst/>
          </a:prstGeom>
          <a:noFill/>
          <a:ln w="0">
            <a:noFill/>
          </a:ln>
        </p:spPr>
        <p:txBody>
          <a:bodyPr lIns="0" rIns="0" tIns="0" bIns="0" anchor="b">
            <a:spAutoFit/>
          </a:bodyPr>
          <a:lstStyle>
            <a:lvl1pPr indent="0" algn="r">
              <a:buNone/>
              <a:defRPr lang="en-US" sz="1400" b="0" u="none" strike="noStrike">
                <a:solidFill>
                  <a:srgbClr val="ffffff"/>
                </a:solidFill>
                <a:effectLst/>
                <a:uFillTx/>
                <a:latin typeface="Arial"/>
              </a:defRPr>
            </a:lvl1pPr>
          </a:lstStyle>
          <a:p>
            <a:pPr indent="0" algn="r">
              <a:buNone/>
            </a:pPr>
            <a:fld id="{169E84CB-DADD-4A42-9E84-841480E63550}" type="slidenum">
              <a:rPr lang="en-US" sz="1400" b="0" u="none" strike="noStrike">
                <a:solidFill>
                  <a:srgbClr val="ffffff"/>
                </a:solidFill>
                <a:effectLst/>
                <a:uFillTx/>
                <a:latin typeface="Arial"/>
              </a:rPr>
              <a:t>&lt;number&gt;</a:t>
            </a:fld>
            <a:endParaRPr lang="en-US" sz="1400" b="0" u="none" strike="noStrike">
              <a:solidFill>
                <a:srgbClr val="ffffff"/>
              </a:solidFill>
              <a:effectLst/>
              <a:uFillTx/>
              <a:latin typeface="Arial"/>
            </a:endParaRPr>
          </a:p>
        </p:txBody>
      </p:sp>
      <p:sp>
        <p:nvSpPr>
          <p:cNvPr id="8" name=""/>
          <p:cNvSpPr/>
          <p:nvPr/>
        </p:nvSpPr>
        <p:spPr>
          <a:xfrm>
            <a:off x="1440000" y="108000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9" name=""/>
          <p:cNvSpPr/>
          <p:nvPr/>
        </p:nvSpPr>
        <p:spPr>
          <a:xfrm>
            <a:off x="7380000" y="396000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10" name=""/>
          <p:cNvSpPr/>
          <p:nvPr/>
        </p:nvSpPr>
        <p:spPr>
          <a:xfrm>
            <a:off x="9000000" y="2700000"/>
            <a:ext cx="1260000" cy="1080000"/>
          </a:xfrm>
          <a:prstGeom prst="ellipse">
            <a:avLst/>
          </a:prstGeom>
          <a:solidFill>
            <a:srgbClr val="ffffff">
              <a:alpha val="2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11" name=""/>
          <p:cNvSpPr/>
          <p:nvPr/>
        </p:nvSpPr>
        <p:spPr>
          <a:xfrm>
            <a:off x="-180000" y="2430000"/>
            <a:ext cx="1440000" cy="1350000"/>
          </a:xfrm>
          <a:prstGeom prst="ellipse">
            <a:avLst/>
          </a:prstGeom>
          <a:solidFill>
            <a:srgbClr val="ffffff">
              <a:alpha val="2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12" name=""/>
          <p:cNvSpPr/>
          <p:nvPr/>
        </p:nvSpPr>
        <p:spPr>
          <a:xfrm>
            <a:off x="540000" y="1080000"/>
            <a:ext cx="720000" cy="720000"/>
          </a:xfrm>
          <a:prstGeom prst="ellipse">
            <a:avLst/>
          </a:prstGeom>
          <a:solidFill>
            <a:srgbClr val="ffffff">
              <a:alpha val="2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13" name=""/>
          <p:cNvSpPr/>
          <p:nvPr/>
        </p:nvSpPr>
        <p:spPr>
          <a:xfrm>
            <a:off x="0" y="1260000"/>
            <a:ext cx="720000" cy="720000"/>
          </a:xfrm>
          <a:prstGeom prst="ellipse">
            <a:avLst/>
          </a:prstGeom>
          <a:solidFill>
            <a:srgbClr val="ffffff">
              <a:alpha val="1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14" name=""/>
          <p:cNvSpPr/>
          <p:nvPr/>
        </p:nvSpPr>
        <p:spPr>
          <a:xfrm>
            <a:off x="0" y="5220000"/>
            <a:ext cx="1620000" cy="1260000"/>
          </a:xfrm>
          <a:prstGeom prst="ellipse">
            <a:avLst/>
          </a:prstGeom>
          <a:solidFill>
            <a:srgbClr val="ffffff">
              <a:alpha val="15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15" name=""/>
          <p:cNvSpPr/>
          <p:nvPr/>
        </p:nvSpPr>
        <p:spPr>
          <a:xfrm>
            <a:off x="9720000" y="4680000"/>
            <a:ext cx="720000" cy="720000"/>
          </a:xfrm>
          <a:prstGeom prst="ellipse">
            <a:avLst/>
          </a:prstGeom>
          <a:solidFill>
            <a:srgbClr val="ffffff">
              <a:alpha val="3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16" name=""/>
          <p:cNvSpPr/>
          <p:nvPr/>
        </p:nvSpPr>
        <p:spPr>
          <a:xfrm>
            <a:off x="9540000" y="3420000"/>
            <a:ext cx="720000" cy="720000"/>
          </a:xfrm>
          <a:prstGeom prst="ellipse">
            <a:avLst/>
          </a:prstGeom>
          <a:solidFill>
            <a:srgbClr val="ffffff">
              <a:alpha val="1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17" name=""/>
          <p:cNvSpPr/>
          <p:nvPr/>
        </p:nvSpPr>
        <p:spPr>
          <a:xfrm>
            <a:off x="8100000" y="4680000"/>
            <a:ext cx="1080000" cy="842400"/>
          </a:xfrm>
          <a:prstGeom prst="ellipse">
            <a:avLst/>
          </a:prstGeom>
          <a:solidFill>
            <a:srgbClr val="ffffff">
              <a:alpha val="2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18" name=""/>
          <p:cNvSpPr/>
          <p:nvPr/>
        </p:nvSpPr>
        <p:spPr>
          <a:xfrm>
            <a:off x="7920000" y="5400000"/>
            <a:ext cx="900000" cy="900000"/>
          </a:xfrm>
          <a:prstGeom prst="ellipse">
            <a:avLst/>
          </a:prstGeom>
          <a:solidFill>
            <a:srgbClr val="ffffff">
              <a:alpha val="25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ights1">
    <p:spTree>
      <p:nvGrpSpPr>
        <p:cNvPr id="1" name=""/>
        <p:cNvGrpSpPr/>
        <p:nvPr/>
      </p:nvGrpSpPr>
      <p:grpSpPr>
        <a:xfrm>
          <a:off x="0" y="0"/>
          <a:ext cx="0" cy="0"/>
          <a:chOff x="0" y="0"/>
          <a:chExt cx="0" cy="0"/>
        </a:xfrm>
      </p:grpSpPr>
      <p:sp>
        <p:nvSpPr>
          <p:cNvPr id="24" name=""/>
          <p:cNvSpPr/>
          <p:nvPr/>
        </p:nvSpPr>
        <p:spPr>
          <a:xfrm>
            <a:off x="0" y="0"/>
            <a:ext cx="10080000" cy="567000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25" name=""/>
          <p:cNvSpPr/>
          <p:nvPr/>
        </p:nvSpPr>
        <p:spPr>
          <a:xfrm flipH="1">
            <a:off x="0" y="0"/>
            <a:ext cx="10080000" cy="5670000"/>
          </a:xfrm>
          <a:prstGeom prst="rect">
            <a:avLst/>
          </a:prstGeom>
          <a:gradFill rotWithShape="0">
            <a:gsLst>
              <a:gs pos="0">
                <a:srgbClr val="ffffff">
                  <a:alpha val="90196"/>
                </a:srgbClr>
              </a:gs>
              <a:gs pos="75000">
                <a:srgbClr val="ffffff">
                  <a:alpha val="20000"/>
                </a:srgbClr>
              </a:gs>
            </a:gsLst>
            <a:path path="circle">
              <a:fillToRect l="50000" t="85000" r="50000" b="15000"/>
            </a:path>
          </a:gra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26" name=""/>
          <p:cNvSpPr/>
          <p:nvPr/>
        </p:nvSpPr>
        <p:spPr>
          <a:xfrm>
            <a:off x="1440000" y="108000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27" name=""/>
          <p:cNvSpPr/>
          <p:nvPr/>
        </p:nvSpPr>
        <p:spPr>
          <a:xfrm>
            <a:off x="7380000" y="396000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28" name=""/>
          <p:cNvSpPr/>
          <p:nvPr/>
        </p:nvSpPr>
        <p:spPr>
          <a:xfrm>
            <a:off x="9000000" y="2700000"/>
            <a:ext cx="1260000" cy="1080000"/>
          </a:xfrm>
          <a:prstGeom prst="ellipse">
            <a:avLst/>
          </a:prstGeom>
          <a:solidFill>
            <a:srgbClr val="ffffff">
              <a:alpha val="2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29" name=""/>
          <p:cNvSpPr/>
          <p:nvPr/>
        </p:nvSpPr>
        <p:spPr>
          <a:xfrm>
            <a:off x="-180000" y="2430000"/>
            <a:ext cx="1440000" cy="1350000"/>
          </a:xfrm>
          <a:prstGeom prst="ellipse">
            <a:avLst/>
          </a:prstGeom>
          <a:solidFill>
            <a:srgbClr val="ffffff">
              <a:alpha val="2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30" name=""/>
          <p:cNvSpPr/>
          <p:nvPr/>
        </p:nvSpPr>
        <p:spPr>
          <a:xfrm>
            <a:off x="540000" y="1080000"/>
            <a:ext cx="720000" cy="720000"/>
          </a:xfrm>
          <a:prstGeom prst="ellipse">
            <a:avLst/>
          </a:prstGeom>
          <a:solidFill>
            <a:srgbClr val="ffffff">
              <a:alpha val="2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31" name=""/>
          <p:cNvSpPr/>
          <p:nvPr/>
        </p:nvSpPr>
        <p:spPr>
          <a:xfrm>
            <a:off x="0" y="1260000"/>
            <a:ext cx="720000" cy="720000"/>
          </a:xfrm>
          <a:prstGeom prst="ellipse">
            <a:avLst/>
          </a:prstGeom>
          <a:solidFill>
            <a:srgbClr val="ffffff">
              <a:alpha val="1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32" name=""/>
          <p:cNvSpPr/>
          <p:nvPr/>
        </p:nvSpPr>
        <p:spPr>
          <a:xfrm>
            <a:off x="0" y="5220000"/>
            <a:ext cx="1620000" cy="1260000"/>
          </a:xfrm>
          <a:prstGeom prst="ellipse">
            <a:avLst/>
          </a:prstGeom>
          <a:solidFill>
            <a:srgbClr val="ffffff">
              <a:alpha val="15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33" name=""/>
          <p:cNvSpPr/>
          <p:nvPr/>
        </p:nvSpPr>
        <p:spPr>
          <a:xfrm>
            <a:off x="9720000" y="4680000"/>
            <a:ext cx="720000" cy="720000"/>
          </a:xfrm>
          <a:prstGeom prst="ellipse">
            <a:avLst/>
          </a:prstGeom>
          <a:solidFill>
            <a:srgbClr val="ffffff">
              <a:alpha val="3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34" name=""/>
          <p:cNvSpPr/>
          <p:nvPr/>
        </p:nvSpPr>
        <p:spPr>
          <a:xfrm>
            <a:off x="9540000" y="3420360"/>
            <a:ext cx="720000" cy="720000"/>
          </a:xfrm>
          <a:prstGeom prst="ellipse">
            <a:avLst/>
          </a:prstGeom>
          <a:solidFill>
            <a:srgbClr val="ffffff">
              <a:alpha val="1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35" name=""/>
          <p:cNvSpPr/>
          <p:nvPr/>
        </p:nvSpPr>
        <p:spPr>
          <a:xfrm>
            <a:off x="8100000" y="4680000"/>
            <a:ext cx="1080000" cy="842400"/>
          </a:xfrm>
          <a:prstGeom prst="ellipse">
            <a:avLst/>
          </a:prstGeom>
          <a:solidFill>
            <a:srgbClr val="ffffff">
              <a:alpha val="2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36" name=""/>
          <p:cNvSpPr/>
          <p:nvPr/>
        </p:nvSpPr>
        <p:spPr>
          <a:xfrm>
            <a:off x="7920000" y="5400000"/>
            <a:ext cx="900000" cy="900000"/>
          </a:xfrm>
          <a:prstGeom prst="ellipse">
            <a:avLst/>
          </a:prstGeom>
          <a:solidFill>
            <a:srgbClr val="ffffff">
              <a:alpha val="1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37"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lang="en-US" sz="3300" b="0" u="none" strike="noStrike">
                <a:solidFill>
                  <a:srgbClr val="ffffff"/>
                </a:solidFill>
                <a:effectLst/>
                <a:uFillTx/>
                <a:latin typeface="Arial"/>
              </a:rPr>
              <a:t>Click to edit the title text format</a:t>
            </a:r>
            <a:endParaRPr lang="en-US" sz="3300" b="0" u="none" strike="noStrike">
              <a:solidFill>
                <a:srgbClr val="ffffff"/>
              </a:solidFill>
              <a:effectLst/>
              <a:uFillTx/>
              <a:latin typeface="Arial"/>
            </a:endParaRPr>
          </a:p>
        </p:txBody>
      </p:sp>
      <p:sp>
        <p:nvSpPr>
          <p:cNvPr id="38" name="PlaceHolder 2"/>
          <p:cNvSpPr>
            <a:spLocks noGrp="1"/>
          </p:cNvSpPr>
          <p:nvPr>
            <p:ph type="body"/>
          </p:nvPr>
        </p:nvSpPr>
        <p:spPr>
          <a:xfrm>
            <a:off x="540000" y="1440000"/>
            <a:ext cx="9000000" cy="3600000"/>
          </a:xfrm>
          <a:prstGeom prst="rect">
            <a:avLst/>
          </a:prstGeom>
          <a:solidFill>
            <a:srgbClr val="ffffff">
              <a:alpha val="50000"/>
            </a:srgbClr>
          </a:solidFill>
          <a:ln w="0">
            <a:noFill/>
          </a:ln>
        </p:spPr>
        <p:txBody>
          <a:bodyPr lIns="0" rIns="0" tIns="0" bIns="0" anchor="t">
            <a:normAutofit/>
          </a:bodyPr>
          <a:p>
            <a:pPr marL="432000" indent="-324000">
              <a:spcAft>
                <a:spcPts val="1057"/>
              </a:spcAft>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spcAft>
                <a:spcPts val="845"/>
              </a:spcAft>
              <a:buClr>
                <a:srgbClr val="000000"/>
              </a:buClr>
              <a:buSzPct val="75000"/>
              <a:buFont typeface="Symbol" charset="2"/>
              <a:buChar char=""/>
            </a:pPr>
            <a:r>
              <a:rPr lang="en-US" sz="2100" b="0" u="none" strike="noStrike">
                <a:solidFill>
                  <a:srgbClr val="000000"/>
                </a:solidFill>
                <a:effectLst/>
                <a:uFillTx/>
                <a:latin typeface="Arial"/>
              </a:rPr>
              <a:t>Second Outline Level</a:t>
            </a:r>
            <a:endParaRPr lang="en-US" sz="2100" b="0" u="none" strike="noStrike">
              <a:solidFill>
                <a:srgbClr val="000000"/>
              </a:solidFill>
              <a:effectLst/>
              <a:uFillTx/>
              <a:latin typeface="Arial"/>
            </a:endParaRPr>
          </a:p>
          <a:p>
            <a:pPr marL="1296000" lvl="2" indent="-288000">
              <a:spcAft>
                <a:spcPts val="632"/>
              </a:spcAft>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spcAft>
                <a:spcPts val="425"/>
              </a:spcAft>
              <a:buClr>
                <a:srgbClr val="000000"/>
              </a:buClr>
              <a:buSzPct val="75000"/>
              <a:buFont typeface="Symbol" charset="2"/>
              <a:buChar char=""/>
            </a:pPr>
            <a:r>
              <a:rPr lang="en-US" sz="1500" b="0" u="none" strike="noStrike">
                <a:solidFill>
                  <a:srgbClr val="000000"/>
                </a:solidFill>
                <a:effectLst/>
                <a:uFillTx/>
                <a:latin typeface="Arial"/>
              </a:rPr>
              <a:t>Fourth Outline Level</a:t>
            </a:r>
            <a:endParaRPr lang="en-US" sz="1500" b="0" u="none" strike="noStrike">
              <a:solidFill>
                <a:srgbClr val="000000"/>
              </a:solidFill>
              <a:effectLst/>
              <a:uFillTx/>
              <a:latin typeface="Arial"/>
            </a:endParaRPr>
          </a:p>
          <a:p>
            <a:pPr marL="2160000" lvl="4" indent="-216000">
              <a:spcAft>
                <a:spcPts val="213"/>
              </a:spcAft>
              <a:buClr>
                <a:srgbClr val="000000"/>
              </a:buClr>
              <a:buSzPct val="45000"/>
              <a:buFont typeface="Wingdings" charset="2"/>
              <a:buChar char=""/>
            </a:pPr>
            <a:r>
              <a:rPr lang="en-US" sz="1500" b="0" u="none" strike="noStrike">
                <a:solidFill>
                  <a:srgbClr val="000000"/>
                </a:solidFill>
                <a:effectLst/>
                <a:uFillTx/>
                <a:latin typeface="Arial"/>
              </a:rPr>
              <a:t>Fifth Outline Level</a:t>
            </a:r>
            <a:endParaRPr lang="en-US" sz="1500" b="0" u="none" strike="noStrike">
              <a:solidFill>
                <a:srgbClr val="000000"/>
              </a:solidFill>
              <a:effectLst/>
              <a:uFillTx/>
              <a:latin typeface="Arial"/>
            </a:endParaRPr>
          </a:p>
          <a:p>
            <a:pPr marL="2592000" lvl="5" indent="-216000">
              <a:spcAft>
                <a:spcPts val="213"/>
              </a:spcAft>
              <a:buClr>
                <a:srgbClr val="000000"/>
              </a:buClr>
              <a:buSzPct val="45000"/>
              <a:buFont typeface="Wingdings" charset="2"/>
              <a:buChar char=""/>
            </a:pPr>
            <a:r>
              <a:rPr lang="en-US" sz="1500" b="0" u="none" strike="noStrike">
                <a:solidFill>
                  <a:srgbClr val="000000"/>
                </a:solidFill>
                <a:effectLst/>
                <a:uFillTx/>
                <a:latin typeface="Arial"/>
              </a:rPr>
              <a:t>Sixth Outline Level</a:t>
            </a:r>
            <a:endParaRPr lang="en-US" sz="1500" b="0" u="none" strike="noStrike">
              <a:solidFill>
                <a:srgbClr val="000000"/>
              </a:solidFill>
              <a:effectLst/>
              <a:uFillTx/>
              <a:latin typeface="Arial"/>
            </a:endParaRPr>
          </a:p>
          <a:p>
            <a:pPr marL="3024000" lvl="6" indent="-216000">
              <a:spcAft>
                <a:spcPts val="213"/>
              </a:spcAft>
              <a:buClr>
                <a:srgbClr val="000000"/>
              </a:buClr>
              <a:buSzPct val="45000"/>
              <a:buFont typeface="Wingdings" charset="2"/>
              <a:buChar char=""/>
            </a:pPr>
            <a:r>
              <a:rPr lang="en-US" sz="1500" b="0" u="none" strike="noStrike">
                <a:solidFill>
                  <a:srgbClr val="000000"/>
                </a:solidFill>
                <a:effectLst/>
                <a:uFillTx/>
                <a:latin typeface="Arial"/>
              </a:rPr>
              <a:t>Seventh Outline Level</a:t>
            </a:r>
            <a:endParaRPr lang="en-US" sz="1500" b="0" u="none" strike="noStrike">
              <a:solidFill>
                <a:srgbClr val="000000"/>
              </a:solidFill>
              <a:effectLst/>
              <a:uFillTx/>
              <a:latin typeface="Arial"/>
            </a:endParaRPr>
          </a:p>
        </p:txBody>
      </p:sp>
      <p:sp>
        <p:nvSpPr>
          <p:cNvPr id="39" name="PlaceHolder 3"/>
          <p:cNvSpPr>
            <a:spLocks noGrp="1"/>
          </p:cNvSpPr>
          <p:nvPr>
            <p:ph type="dt" idx="7"/>
          </p:nvPr>
        </p:nvSpPr>
        <p:spPr>
          <a:xfrm>
            <a:off x="180000" y="5130000"/>
            <a:ext cx="2340000" cy="392400"/>
          </a:xfrm>
          <a:prstGeom prst="rect">
            <a:avLst/>
          </a:prstGeom>
          <a:noFill/>
          <a:ln w="0">
            <a:noFill/>
          </a:ln>
        </p:spPr>
        <p:txBody>
          <a:bodyPr lIns="0" rIns="0" tIns="0" bIns="0" anchor="b">
            <a:spAutoFit/>
          </a:bodyPr>
          <a:lstStyle>
            <a:lvl1pPr indent="0">
              <a:buNone/>
              <a:defRPr lang="en-US" sz="1400" b="0" u="none" strike="noStrike">
                <a:solidFill>
                  <a:srgbClr val="ffffff"/>
                </a:solidFill>
                <a:effectLst/>
                <a:uFillTx/>
                <a:latin typeface="Arial"/>
              </a:defRPr>
            </a:lvl1pPr>
          </a:lstStyle>
          <a:p>
            <a:pPr indent="0">
              <a:buNone/>
            </a:pPr>
            <a:r>
              <a:rPr lang="en-US" sz="1400" b="0" u="none" strike="noStrike">
                <a:solidFill>
                  <a:srgbClr val="ffffff"/>
                </a:solidFill>
                <a:effectLst/>
                <a:uFillTx/>
                <a:latin typeface="Arial"/>
              </a:rPr>
              <a:t>&lt;date/time&gt;</a:t>
            </a:r>
            <a:endParaRPr lang="en-US" sz="1400" b="0" u="none" strike="noStrike">
              <a:solidFill>
                <a:srgbClr val="ffffff"/>
              </a:solidFill>
              <a:effectLst/>
              <a:uFillTx/>
              <a:latin typeface="Arial"/>
            </a:endParaRPr>
          </a:p>
        </p:txBody>
      </p:sp>
      <p:sp>
        <p:nvSpPr>
          <p:cNvPr id="40" name="PlaceHolder 4"/>
          <p:cNvSpPr>
            <a:spLocks noGrp="1"/>
          </p:cNvSpPr>
          <p:nvPr>
            <p:ph type="ftr" idx="8"/>
          </p:nvPr>
        </p:nvSpPr>
        <p:spPr>
          <a:xfrm>
            <a:off x="3420000" y="5130000"/>
            <a:ext cx="3240000" cy="392400"/>
          </a:xfrm>
          <a:prstGeom prst="rect">
            <a:avLst/>
          </a:prstGeom>
          <a:noFill/>
          <a:ln w="0">
            <a:noFill/>
          </a:ln>
        </p:spPr>
        <p:txBody>
          <a:bodyPr lIns="0" rIns="0" tIns="0" bIns="0" anchor="b">
            <a:spAutoFit/>
          </a:bodyPr>
          <a:lstStyle>
            <a:lvl1pPr indent="0" algn="ctr">
              <a:buNone/>
              <a:defRPr lang="en-US" sz="1400" b="0" u="none" strike="noStrike">
                <a:solidFill>
                  <a:srgbClr val="ffffff"/>
                </a:solidFill>
                <a:effectLst/>
                <a:uFillTx/>
                <a:latin typeface="Arial"/>
              </a:defRPr>
            </a:lvl1pPr>
          </a:lstStyle>
          <a:p>
            <a:pPr indent="0" algn="ctr">
              <a:buNone/>
            </a:pPr>
            <a:r>
              <a:rPr lang="en-US" sz="1400" b="0" u="none" strike="noStrike">
                <a:solidFill>
                  <a:srgbClr val="ffffff"/>
                </a:solidFill>
                <a:effectLst/>
                <a:uFillTx/>
                <a:latin typeface="Arial"/>
              </a:rPr>
              <a:t>&lt;footer&gt;</a:t>
            </a:r>
            <a:endParaRPr lang="en-US" sz="1400" b="0" u="none" strike="noStrike">
              <a:solidFill>
                <a:srgbClr val="ffffff"/>
              </a:solidFill>
              <a:effectLst/>
              <a:uFillTx/>
              <a:latin typeface="Arial"/>
            </a:endParaRPr>
          </a:p>
        </p:txBody>
      </p:sp>
      <p:sp>
        <p:nvSpPr>
          <p:cNvPr id="41" name="PlaceHolder 5"/>
          <p:cNvSpPr>
            <a:spLocks noGrp="1"/>
          </p:cNvSpPr>
          <p:nvPr>
            <p:ph type="sldNum" idx="9"/>
          </p:nvPr>
        </p:nvSpPr>
        <p:spPr>
          <a:xfrm>
            <a:off x="7560000" y="5130000"/>
            <a:ext cx="2340000" cy="392400"/>
          </a:xfrm>
          <a:prstGeom prst="rect">
            <a:avLst/>
          </a:prstGeom>
          <a:noFill/>
          <a:ln w="0">
            <a:noFill/>
          </a:ln>
        </p:spPr>
        <p:txBody>
          <a:bodyPr lIns="0" rIns="0" tIns="0" bIns="0" anchor="b">
            <a:spAutoFit/>
          </a:bodyPr>
          <a:lstStyle>
            <a:lvl1pPr indent="0" algn="r">
              <a:buNone/>
              <a:defRPr lang="en-US" sz="1400" b="0" u="none" strike="noStrike">
                <a:solidFill>
                  <a:srgbClr val="ffffff"/>
                </a:solidFill>
                <a:effectLst/>
                <a:uFillTx/>
                <a:latin typeface="Arial"/>
              </a:defRPr>
            </a:lvl1pPr>
          </a:lstStyle>
          <a:p>
            <a:pPr indent="0" algn="r">
              <a:buNone/>
            </a:pPr>
            <a:fld id="{849F767A-ED8A-450C-8864-EA2CA0D4465B}" type="slidenum">
              <a:rPr lang="en-US" sz="1400" b="0" u="none" strike="noStrike">
                <a:solidFill>
                  <a:srgbClr val="ffffff"/>
                </a:solidFill>
                <a:effectLst/>
                <a:uFillTx/>
                <a:latin typeface="Arial"/>
              </a:rPr>
              <a:t>&lt;number&gt;</a:t>
            </a:fld>
            <a:endParaRPr lang="en-US" sz="1400" b="0" u="none" strike="noStrike">
              <a:solidFill>
                <a:srgbClr val="ffffff"/>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ights2">
    <p:spTree>
      <p:nvGrpSpPr>
        <p:cNvPr id="1" name=""/>
        <p:cNvGrpSpPr/>
        <p:nvPr/>
      </p:nvGrpSpPr>
      <p:grpSpPr>
        <a:xfrm>
          <a:off x="0" y="0"/>
          <a:ext cx="0" cy="0"/>
          <a:chOff x="0" y="0"/>
          <a:chExt cx="0" cy="0"/>
        </a:xfrm>
      </p:grpSpPr>
      <p:sp>
        <p:nvSpPr>
          <p:cNvPr id="42" name=""/>
          <p:cNvSpPr/>
          <p:nvPr/>
        </p:nvSpPr>
        <p:spPr>
          <a:xfrm>
            <a:off x="0" y="0"/>
            <a:ext cx="10080000" cy="567000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43" name=""/>
          <p:cNvSpPr/>
          <p:nvPr/>
        </p:nvSpPr>
        <p:spPr>
          <a:xfrm flipH="1">
            <a:off x="0" y="0"/>
            <a:ext cx="10080000" cy="5670000"/>
          </a:xfrm>
          <a:prstGeom prst="rect">
            <a:avLst/>
          </a:prstGeom>
          <a:gradFill rotWithShape="0">
            <a:gsLst>
              <a:gs pos="0">
                <a:srgbClr val="ffffff">
                  <a:alpha val="90196"/>
                </a:srgbClr>
              </a:gs>
              <a:gs pos="75000">
                <a:srgbClr val="ffffff">
                  <a:alpha val="20000"/>
                </a:srgbClr>
              </a:gs>
            </a:gsLst>
            <a:path path="circle">
              <a:fillToRect l="50000" t="85000" r="50000" b="15000"/>
            </a:path>
          </a:gra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44" name=""/>
          <p:cNvSpPr/>
          <p:nvPr/>
        </p:nvSpPr>
        <p:spPr>
          <a:xfrm>
            <a:off x="0" y="1260000"/>
            <a:ext cx="10080000" cy="4410000"/>
          </a:xfrm>
          <a:prstGeom prst="rect">
            <a:avLst/>
          </a:prstGeom>
          <a:solidFill>
            <a:srgbClr val="ffffff"/>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45" name=""/>
          <p:cNvSpPr/>
          <p:nvPr/>
        </p:nvSpPr>
        <p:spPr>
          <a:xfrm>
            <a:off x="1440000" y="108000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46" name=""/>
          <p:cNvSpPr/>
          <p:nvPr/>
        </p:nvSpPr>
        <p:spPr>
          <a:xfrm>
            <a:off x="540000" y="1080000"/>
            <a:ext cx="720000" cy="720000"/>
          </a:xfrm>
          <a:prstGeom prst="ellipse">
            <a:avLst/>
          </a:prstGeom>
          <a:solidFill>
            <a:srgbClr val="ffffff">
              <a:alpha val="20000"/>
            </a:srgbClr>
          </a:solidFill>
          <a:ln w="0">
            <a:noFill/>
          </a:ln>
        </p:spPr>
        <p:style>
          <a:lnRef idx="0"/>
          <a:fillRef idx="0"/>
          <a:effectRef idx="0"/>
          <a:fontRef idx="minor"/>
        </p:style>
        <p:txBody>
          <a:bodyPr wrap="none" lIns="0" rIns="0" tIns="0" bIns="0" anchor="t">
            <a:noAutofit/>
          </a:bodyPr>
          <a:p>
            <a:endParaRPr lang="en-US" sz="1400" b="1" u="none" strike="noStrike">
              <a:solidFill>
                <a:srgbClr val="000000"/>
              </a:solidFill>
              <a:effectLst/>
              <a:uFillTx/>
              <a:latin typeface="Arial"/>
            </a:endParaRPr>
          </a:p>
        </p:txBody>
      </p:sp>
      <p:sp>
        <p:nvSpPr>
          <p:cNvPr id="47"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lang="en-US" sz="3300" b="0" u="none" strike="noStrike">
                <a:solidFill>
                  <a:srgbClr val="ffffff"/>
                </a:solidFill>
                <a:effectLst/>
                <a:uFillTx/>
                <a:latin typeface="Arial"/>
              </a:rPr>
              <a:t>Click to edit the title text format</a:t>
            </a:r>
            <a:endParaRPr lang="en-US" sz="3300" b="0" u="none" strike="noStrike">
              <a:solidFill>
                <a:srgbClr val="ffffff"/>
              </a:solidFill>
              <a:effectLst/>
              <a:uFillTx/>
              <a:latin typeface="Arial"/>
            </a:endParaRPr>
          </a:p>
        </p:txBody>
      </p:sp>
      <p:sp>
        <p:nvSpPr>
          <p:cNvPr id="48" name="PlaceHolder 2"/>
          <p:cNvSpPr>
            <a:spLocks noGrp="1"/>
          </p:cNvSpPr>
          <p:nvPr>
            <p:ph type="body"/>
          </p:nvPr>
        </p:nvSpPr>
        <p:spPr>
          <a:xfrm>
            <a:off x="540000" y="1440000"/>
            <a:ext cx="9000000" cy="3600000"/>
          </a:xfrm>
          <a:prstGeom prst="rect">
            <a:avLst/>
          </a:prstGeom>
          <a:noFill/>
          <a:ln w="0">
            <a:noFill/>
          </a:ln>
        </p:spPr>
        <p:txBody>
          <a:bodyPr lIns="0" rIns="0" tIns="0" bIns="0" anchor="t">
            <a:normAutofit/>
          </a:bodyPr>
          <a:p>
            <a:pPr marL="432000" indent="-324000">
              <a:spcAft>
                <a:spcPts val="1060"/>
              </a:spcAft>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spcAft>
                <a:spcPts val="850"/>
              </a:spcAft>
              <a:buClr>
                <a:srgbClr val="000000"/>
              </a:buClr>
              <a:buSzPct val="75000"/>
              <a:buFont typeface="Symbol" charset="2"/>
              <a:buChar char=""/>
            </a:pPr>
            <a:r>
              <a:rPr lang="en-US" sz="2100" b="0" u="none" strike="noStrike">
                <a:solidFill>
                  <a:srgbClr val="000000"/>
                </a:solidFill>
                <a:effectLst/>
                <a:uFillTx/>
                <a:latin typeface="Arial"/>
              </a:rPr>
              <a:t>Second Outline Level</a:t>
            </a:r>
            <a:endParaRPr lang="en-US" sz="2100" b="0" u="none" strike="noStrike">
              <a:solidFill>
                <a:srgbClr val="000000"/>
              </a:solidFill>
              <a:effectLst/>
              <a:uFillTx/>
              <a:latin typeface="Arial"/>
            </a:endParaRPr>
          </a:p>
          <a:p>
            <a:pPr marL="1296000" lvl="2" indent="-288000">
              <a:spcAft>
                <a:spcPts val="635"/>
              </a:spcAft>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spcAft>
                <a:spcPts val="425"/>
              </a:spcAft>
              <a:buClr>
                <a:srgbClr val="000000"/>
              </a:buClr>
              <a:buSzPct val="75000"/>
              <a:buFont typeface="Symbol" charset="2"/>
              <a:buChar char=""/>
            </a:pPr>
            <a:r>
              <a:rPr lang="en-US" sz="1500" b="0" u="none" strike="noStrike">
                <a:solidFill>
                  <a:srgbClr val="000000"/>
                </a:solidFill>
                <a:effectLst/>
                <a:uFillTx/>
                <a:latin typeface="Arial"/>
              </a:rPr>
              <a:t>Fourth Outline Level</a:t>
            </a:r>
            <a:endParaRPr lang="en-US" sz="1500" b="0" u="none" strike="noStrike">
              <a:solidFill>
                <a:srgbClr val="000000"/>
              </a:solidFill>
              <a:effectLst/>
              <a:uFillTx/>
              <a:latin typeface="Arial"/>
            </a:endParaRPr>
          </a:p>
          <a:p>
            <a:pPr marL="2160000" lvl="4" indent="-216000">
              <a:spcAft>
                <a:spcPts val="213"/>
              </a:spcAft>
              <a:buClr>
                <a:srgbClr val="000000"/>
              </a:buClr>
              <a:buSzPct val="45000"/>
              <a:buFont typeface="Wingdings" charset="2"/>
              <a:buChar char=""/>
            </a:pPr>
            <a:r>
              <a:rPr lang="en-US" sz="1500" b="0" u="none" strike="noStrike">
                <a:solidFill>
                  <a:srgbClr val="000000"/>
                </a:solidFill>
                <a:effectLst/>
                <a:uFillTx/>
                <a:latin typeface="Arial"/>
              </a:rPr>
              <a:t>Fifth Outline Level</a:t>
            </a:r>
            <a:endParaRPr lang="en-US" sz="1500" b="0" u="none" strike="noStrike">
              <a:solidFill>
                <a:srgbClr val="000000"/>
              </a:solidFill>
              <a:effectLst/>
              <a:uFillTx/>
              <a:latin typeface="Arial"/>
            </a:endParaRPr>
          </a:p>
          <a:p>
            <a:pPr marL="2592000" lvl="5" indent="-216000">
              <a:spcAft>
                <a:spcPts val="213"/>
              </a:spcAft>
              <a:buClr>
                <a:srgbClr val="000000"/>
              </a:buClr>
              <a:buSzPct val="45000"/>
              <a:buFont typeface="Wingdings" charset="2"/>
              <a:buChar char=""/>
            </a:pPr>
            <a:r>
              <a:rPr lang="en-US" sz="1500" b="0" u="none" strike="noStrike">
                <a:solidFill>
                  <a:srgbClr val="000000"/>
                </a:solidFill>
                <a:effectLst/>
                <a:uFillTx/>
                <a:latin typeface="Arial"/>
              </a:rPr>
              <a:t>Sixth Outline Level</a:t>
            </a:r>
            <a:endParaRPr lang="en-US" sz="1500" b="0" u="none" strike="noStrike">
              <a:solidFill>
                <a:srgbClr val="000000"/>
              </a:solidFill>
              <a:effectLst/>
              <a:uFillTx/>
              <a:latin typeface="Arial"/>
            </a:endParaRPr>
          </a:p>
          <a:p>
            <a:pPr marL="3024000" lvl="6" indent="-216000">
              <a:spcAft>
                <a:spcPts val="213"/>
              </a:spcAft>
              <a:buClr>
                <a:srgbClr val="000000"/>
              </a:buClr>
              <a:buSzPct val="45000"/>
              <a:buFont typeface="Wingdings" charset="2"/>
              <a:buChar char=""/>
            </a:pPr>
            <a:r>
              <a:rPr lang="en-US" sz="1500" b="0" u="none" strike="noStrike">
                <a:solidFill>
                  <a:srgbClr val="000000"/>
                </a:solidFill>
                <a:effectLst/>
                <a:uFillTx/>
                <a:latin typeface="Arial"/>
              </a:rPr>
              <a:t>Seventh Outline Level</a:t>
            </a:r>
            <a:endParaRPr lang="en-US" sz="1500" b="0" u="none" strike="noStrike">
              <a:solidFill>
                <a:srgbClr val="000000"/>
              </a:solidFill>
              <a:effectLst/>
              <a:uFillTx/>
              <a:latin typeface="Arial"/>
            </a:endParaRPr>
          </a:p>
        </p:txBody>
      </p:sp>
      <p:sp>
        <p:nvSpPr>
          <p:cNvPr id="49" name="PlaceHolder 3"/>
          <p:cNvSpPr>
            <a:spLocks noGrp="1"/>
          </p:cNvSpPr>
          <p:nvPr>
            <p:ph type="dt" idx="10"/>
          </p:nvPr>
        </p:nvSpPr>
        <p:spPr>
          <a:xfrm>
            <a:off x="180000" y="5130000"/>
            <a:ext cx="2340000" cy="392400"/>
          </a:xfrm>
          <a:prstGeom prst="rect">
            <a:avLst/>
          </a:prstGeom>
          <a:noFill/>
          <a:ln w="0">
            <a:noFill/>
          </a:ln>
        </p:spPr>
        <p:txBody>
          <a:bodyPr lIns="0" rIns="0" tIns="0" bIns="0" anchor="b">
            <a:spAutoFit/>
          </a:bodyPr>
          <a:lstStyle>
            <a:lvl1pPr indent="0">
              <a:buNone/>
              <a:defRPr lang="en-US" sz="1400" b="0" u="none" strike="noStrike">
                <a:solidFill>
                  <a:srgbClr val="000000"/>
                </a:solidFill>
                <a:effectLst/>
                <a:uFillTx/>
                <a:latin typeface="Arial"/>
              </a:defRPr>
            </a:lvl1pPr>
          </a:lstStyle>
          <a:p>
            <a:pPr indent="0">
              <a:buNone/>
            </a:pPr>
            <a:r>
              <a:rPr lang="en-US" sz="1400" b="0" u="none" strike="noStrike">
                <a:solidFill>
                  <a:srgbClr val="000000"/>
                </a:solidFill>
                <a:effectLst/>
                <a:uFillTx/>
                <a:latin typeface="Arial"/>
              </a:rPr>
              <a:t>&lt;date/time&gt;</a:t>
            </a:r>
            <a:endParaRPr lang="en-US" sz="1400" b="0" u="none" strike="noStrike">
              <a:solidFill>
                <a:srgbClr val="000000"/>
              </a:solidFill>
              <a:effectLst/>
              <a:uFillTx/>
              <a:latin typeface="Arial"/>
            </a:endParaRPr>
          </a:p>
        </p:txBody>
      </p:sp>
      <p:sp>
        <p:nvSpPr>
          <p:cNvPr id="50" name="PlaceHolder 4"/>
          <p:cNvSpPr>
            <a:spLocks noGrp="1"/>
          </p:cNvSpPr>
          <p:nvPr>
            <p:ph type="ftr" idx="11"/>
          </p:nvPr>
        </p:nvSpPr>
        <p:spPr>
          <a:xfrm>
            <a:off x="3420000" y="5130000"/>
            <a:ext cx="3240000" cy="392400"/>
          </a:xfrm>
          <a:prstGeom prst="rect">
            <a:avLst/>
          </a:prstGeom>
          <a:noFill/>
          <a:ln w="0">
            <a:noFill/>
          </a:ln>
        </p:spPr>
        <p:txBody>
          <a:bodyPr lIns="0" rIns="0" tIns="0" bIns="0" anchor="b">
            <a:spAutoFit/>
          </a:bodyPr>
          <a:lstStyle>
            <a:lvl1pPr indent="0" algn="ctr">
              <a:buNone/>
              <a:defRPr lang="en-US" sz="1400" b="0" u="none" strike="noStrike">
                <a:solidFill>
                  <a:srgbClr val="000000"/>
                </a:solidFill>
                <a:effectLst/>
                <a:uFillTx/>
                <a:latin typeface="Arial"/>
              </a:defRPr>
            </a:lvl1pPr>
          </a:lstStyle>
          <a:p>
            <a:pPr indent="0" algn="ctr">
              <a:buNone/>
            </a:pPr>
            <a:r>
              <a:rPr lang="en-US" sz="1400" b="0" u="none" strike="noStrike">
                <a:solidFill>
                  <a:srgbClr val="000000"/>
                </a:solidFill>
                <a:effectLst/>
                <a:uFillTx/>
                <a:latin typeface="Arial"/>
              </a:rPr>
              <a:t>&lt;footer&gt;</a:t>
            </a:r>
            <a:endParaRPr lang="en-US" sz="1400" b="0" u="none" strike="noStrike">
              <a:solidFill>
                <a:srgbClr val="000000"/>
              </a:solidFill>
              <a:effectLst/>
              <a:uFillTx/>
              <a:latin typeface="Arial"/>
            </a:endParaRPr>
          </a:p>
        </p:txBody>
      </p:sp>
      <p:sp>
        <p:nvSpPr>
          <p:cNvPr id="51" name="PlaceHolder 5"/>
          <p:cNvSpPr>
            <a:spLocks noGrp="1"/>
          </p:cNvSpPr>
          <p:nvPr>
            <p:ph type="sldNum" idx="12"/>
          </p:nvPr>
        </p:nvSpPr>
        <p:spPr>
          <a:xfrm>
            <a:off x="7560000" y="5130000"/>
            <a:ext cx="2340000" cy="392400"/>
          </a:xfrm>
          <a:prstGeom prst="rect">
            <a:avLst/>
          </a:prstGeom>
          <a:noFill/>
          <a:ln w="0">
            <a:noFill/>
          </a:ln>
        </p:spPr>
        <p:txBody>
          <a:bodyPr lIns="0" rIns="0" tIns="0" bIns="0" anchor="b">
            <a:spAutoFit/>
          </a:bodyPr>
          <a:lstStyle>
            <a:lvl1pPr indent="0" algn="r">
              <a:buNone/>
              <a:defRPr lang="en-US" sz="1400" b="0" u="none" strike="noStrike">
                <a:solidFill>
                  <a:srgbClr val="000000"/>
                </a:solidFill>
                <a:effectLst/>
                <a:uFillTx/>
                <a:latin typeface="Arial"/>
              </a:defRPr>
            </a:lvl1pPr>
          </a:lstStyle>
          <a:p>
            <a:pPr indent="0" algn="r">
              <a:buNone/>
            </a:pPr>
            <a:fld id="{70CE1567-74A0-4798-A87F-7460D0AF332E}" type="slidenum">
              <a:rPr lang="en-US" sz="1400" b="0" u="none" strike="noStrike">
                <a:solidFill>
                  <a:srgbClr val="000000"/>
                </a:solidFill>
                <a:effectLst/>
                <a:uFillTx/>
                <a:latin typeface="Arial"/>
              </a:rPr>
              <a:t>&lt;number&gt;</a:t>
            </a:fld>
            <a:endParaRPr lang="en-US" sz="14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504000" y="1428840"/>
            <a:ext cx="9071640" cy="946800"/>
          </a:xfrm>
          <a:prstGeom prst="rect">
            <a:avLst/>
          </a:prstGeom>
          <a:noFill/>
          <a:ln w="0">
            <a:noFill/>
          </a:ln>
        </p:spPr>
        <p:txBody>
          <a:bodyPr lIns="0" rIns="0" tIns="0" bIns="0" anchor="ctr">
            <a:spAutoFit/>
          </a:bodyPr>
          <a:p>
            <a:pPr indent="0">
              <a:buNone/>
            </a:pPr>
            <a:r>
              <a:rPr lang="en-US" sz="3300" b="0" u="none" strike="noStrike">
                <a:solidFill>
                  <a:srgbClr val="ffffff"/>
                </a:solidFill>
                <a:effectLst/>
                <a:uFillTx/>
                <a:latin typeface="Arial"/>
              </a:rPr>
              <a:t>Test</a:t>
            </a:r>
            <a:endParaRPr lang="en-US" sz="3300" b="0" u="none" strike="noStrike">
              <a:solidFill>
                <a:srgbClr val="ffffff"/>
              </a:solidFill>
              <a:effectLst/>
              <a:uFillTx/>
              <a:latin typeface="Arial"/>
            </a:endParaRPr>
          </a:p>
        </p:txBody>
      </p:sp>
      <p:sp>
        <p:nvSpPr>
          <p:cNvPr id="53" name="PlaceHolder 2"/>
          <p:cNvSpPr>
            <a:spLocks noGrp="1"/>
          </p:cNvSpPr>
          <p:nvPr>
            <p:ph type="subTitle"/>
          </p:nvPr>
        </p:nvSpPr>
        <p:spPr>
          <a:xfrm>
            <a:off x="504000" y="2180880"/>
            <a:ext cx="9071640" cy="2845080"/>
          </a:xfrm>
          <a:prstGeom prst="rect">
            <a:avLst/>
          </a:prstGeom>
          <a:noFill/>
          <a:ln w="0">
            <a:noFill/>
          </a:ln>
        </p:spPr>
        <p:txBody>
          <a:bodyPr lIns="0" rIns="0" tIns="0" bIns="0" anchor="ctr">
            <a:spAutoFit/>
          </a:bodyPr>
          <a:p>
            <a:pPr indent="0" algn="ctr">
              <a:buNone/>
            </a:pPr>
            <a:r>
              <a:rPr lang="en-US" sz="3200" b="0" u="none" strike="noStrike">
                <a:solidFill>
                  <a:srgbClr val="ffffff"/>
                </a:solidFill>
                <a:effectLst/>
                <a:uFillTx/>
                <a:latin typeface="DejaVu Sans"/>
                <a:ea typeface="DejaVu Sans"/>
              </a:rPr>
              <a:t>Lorem ipsum dolor sit amet, consectetur adipiscing elit. Nam at purus mi. Nam egestas odio ac iaculis porta. Nunc mattis sit amet purus et elementum. Sed odio sem, laoreet eu dui in, pretium semper sem. </a:t>
            </a:r>
            <a:endParaRPr lang="en-US" sz="3200" b="0" u="none" strike="noStrike">
              <a:solidFill>
                <a:srgbClr val="ffffff"/>
              </a:solidFill>
              <a:effectLst/>
              <a:uFillTx/>
              <a:latin typeface="DejaVu Sans"/>
              <a:ea typeface="DejaVu Sans"/>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540000" y="270000"/>
            <a:ext cx="9000000" cy="990000"/>
          </a:xfrm>
          <a:prstGeom prst="rect">
            <a:avLst/>
          </a:prstGeom>
          <a:noFill/>
          <a:ln w="0">
            <a:noFill/>
          </a:ln>
        </p:spPr>
        <p:txBody>
          <a:bodyPr lIns="0" rIns="0" tIns="0" bIns="0" anchor="ctr">
            <a:spAutoFit/>
          </a:bodyPr>
          <a:p>
            <a:pPr indent="0" algn="ctr">
              <a:buNone/>
            </a:pPr>
            <a:r>
              <a:rPr lang="en-US" sz="3300" b="0" u="none" strike="noStrike">
                <a:solidFill>
                  <a:srgbClr val="ffffff"/>
                </a:solidFill>
                <a:effectLst/>
                <a:uFillTx/>
                <a:latin typeface="Arial"/>
              </a:rPr>
              <a:t>Test</a:t>
            </a:r>
            <a:endParaRPr lang="en-US" sz="3300" b="0" u="none" strike="noStrike">
              <a:solidFill>
                <a:srgbClr val="ffffff"/>
              </a:solidFill>
              <a:effectLst/>
              <a:uFillTx/>
              <a:latin typeface="Arial"/>
            </a:endParaRPr>
          </a:p>
        </p:txBody>
      </p:sp>
      <p:pic>
        <p:nvPicPr>
          <p:cNvPr id="55" name=""/>
          <p:cNvPicPr/>
          <p:nvPr/>
        </p:nvPicPr>
        <p:blipFill>
          <a:blip r:embed="rId1">
            <a:alphaModFix amt="70000"/>
          </a:blip>
          <a:stretch/>
        </p:blipFill>
        <p:spPr>
          <a:xfrm>
            <a:off x="2640240" y="1440000"/>
            <a:ext cx="4799520" cy="3600000"/>
          </a:xfrm>
          <a:prstGeom prst="rect">
            <a:avLst/>
          </a:prstGeom>
          <a:noFill/>
          <a:ln w="18000">
            <a:noFill/>
          </a:ln>
        </p:spPr>
      </p:pic>
      <p:sp>
        <p:nvSpPr>
          <p:cNvPr id="3" name="PlaceHolder 2"/>
          <p:cNvSpPr>
            <a:spLocks noGrp="1"/>
          </p:cNvSpPr>
          <p:nvPr>
            <p:ph type="sldNum" idx="9"/>
          </p:nvPr>
        </p:nvSpPr>
        <p:spPr/>
        <p:txBody>
          <a:bodyPr/>
          <a:p>
            <a:fld id="{A359B368-D1A6-4AB5-87D2-BB589802B32F}"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540000" y="270000"/>
            <a:ext cx="9000000" cy="990000"/>
          </a:xfrm>
          <a:prstGeom prst="rect">
            <a:avLst/>
          </a:prstGeom>
          <a:noFill/>
          <a:ln w="0">
            <a:noFill/>
          </a:ln>
        </p:spPr>
        <p:txBody>
          <a:bodyPr lIns="0" rIns="0" tIns="0" bIns="0" anchor="ctr">
            <a:spAutoFit/>
          </a:bodyPr>
          <a:p>
            <a:pPr indent="0" algn="ctr">
              <a:buNone/>
            </a:pPr>
            <a:r>
              <a:rPr lang="en-US" sz="3300" b="0" u="none" strike="noStrike">
                <a:solidFill>
                  <a:srgbClr val="800080"/>
                </a:solidFill>
                <a:effectLst/>
                <a:uFillTx/>
                <a:latin typeface="Arial"/>
              </a:rPr>
              <a:t>Test</a:t>
            </a:r>
            <a:endParaRPr lang="en-US" sz="3300" b="0" u="none" strike="noStrike">
              <a:solidFill>
                <a:srgbClr val="800080"/>
              </a:solidFill>
              <a:effectLst/>
              <a:uFillTx/>
              <a:latin typeface="Arial"/>
            </a:endParaRPr>
          </a:p>
        </p:txBody>
      </p:sp>
      <p:pic>
        <p:nvPicPr>
          <p:cNvPr id="57" name=""/>
          <p:cNvPicPr/>
          <p:nvPr/>
        </p:nvPicPr>
        <p:blipFill>
          <a:blip r:embed="rId1">
            <a:alphaModFix amt="70000"/>
          </a:blip>
          <a:stretch/>
        </p:blipFill>
        <p:spPr>
          <a:xfrm>
            <a:off x="2639880" y="1440000"/>
            <a:ext cx="4800240" cy="3600000"/>
          </a:xfrm>
          <a:prstGeom prst="rect">
            <a:avLst/>
          </a:prstGeom>
          <a:noFill/>
          <a:ln w="18000">
            <a:noFill/>
          </a:ln>
        </p:spPr>
      </p:pic>
      <p:sp>
        <p:nvSpPr>
          <p:cNvPr id="3" name="PlaceHolder 2"/>
          <p:cNvSpPr>
            <a:spLocks noGrp="1"/>
          </p:cNvSpPr>
          <p:nvPr>
            <p:ph type="sldNum" idx="12"/>
          </p:nvPr>
        </p:nvSpPr>
        <p:spPr/>
        <p:txBody>
          <a:bodyPr/>
          <a:p>
            <a:fld id="{1725E47B-A40A-4B0A-93FD-4D2CBBB2E9E3}"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540000" y="270000"/>
            <a:ext cx="9000000" cy="990000"/>
          </a:xfrm>
          <a:prstGeom prst="rect">
            <a:avLst/>
          </a:prstGeom>
          <a:noFill/>
          <a:ln w="0">
            <a:noFill/>
          </a:ln>
        </p:spPr>
        <p:txBody>
          <a:bodyPr lIns="0" rIns="0" tIns="0" bIns="0" anchor="ctr">
            <a:spAutoFit/>
          </a:bodyPr>
          <a:p>
            <a:pPr indent="0" algn="ctr">
              <a:buNone/>
            </a:pPr>
            <a:r>
              <a:rPr lang="en-US" sz="3300" b="0" u="none" strike="noStrike">
                <a:solidFill>
                  <a:srgbClr val="ffffff"/>
                </a:solidFill>
                <a:effectLst/>
                <a:uFillTx/>
                <a:latin typeface="Arial"/>
              </a:rPr>
              <a:t>Test</a:t>
            </a:r>
            <a:endParaRPr lang="en-US" sz="3300" b="0" u="none" strike="noStrike">
              <a:solidFill>
                <a:srgbClr val="ffffff"/>
              </a:solidFill>
              <a:effectLst/>
              <a:uFillTx/>
              <a:latin typeface="Arial"/>
            </a:endParaRPr>
          </a:p>
        </p:txBody>
      </p:sp>
      <p:pic>
        <p:nvPicPr>
          <p:cNvPr id="59" name=""/>
          <p:cNvPicPr/>
          <p:nvPr/>
        </p:nvPicPr>
        <p:blipFill>
          <a:blip r:embed="rId1">
            <a:alphaModFix amt="70000"/>
          </a:blip>
          <a:stretch/>
        </p:blipFill>
        <p:spPr>
          <a:xfrm>
            <a:off x="2639880" y="1440000"/>
            <a:ext cx="4800240" cy="3600000"/>
          </a:xfrm>
          <a:prstGeom prst="rect">
            <a:avLst/>
          </a:prstGeom>
          <a:noFill/>
          <a:ln w="18000">
            <a:noFill/>
          </a:ln>
        </p:spPr>
      </p:pic>
      <p:sp>
        <p:nvSpPr>
          <p:cNvPr id="3" name="PlaceHolder 2"/>
          <p:cNvSpPr>
            <a:spLocks noGrp="1"/>
          </p:cNvSpPr>
          <p:nvPr>
            <p:ph type="sldNum" idx="12"/>
          </p:nvPr>
        </p:nvSpPr>
        <p:spPr/>
        <p:txBody>
          <a:bodyPr/>
          <a:p>
            <a:fld id="{00AB4C71-7DDE-4CBD-84F9-9008F9348D15}" type="slidenum">
              <a:t>4</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LibreOffice/25.8.5.2$Linux_X86_64 LibreOffice_project/252c20f6956e3db0b52e6e2f9dda67263513c8fc</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2026-03-09T08:46:09Z</dcterms:created>
  <dc:creator/>
  <dc:description>This work is licensed under a Creative Commons 0 License.
It makes use of the works of kka_libo_design@ashisuto.co.jp.</dc:description>
  <dc:language>en-US</dc:language>
  <cp:lastModifiedBy/>
  <dcterms:modified xsi:type="dcterms:W3CDTF">2026-03-09T08:49:05Z</dcterms:modified>
  <cp:revision>2</cp:revision>
  <dc:subject/>
  <dc:title>Lights</dc:title>
</cp:coreProperties>
</file>